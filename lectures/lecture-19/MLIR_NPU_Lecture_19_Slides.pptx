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Lecture 19 - Runtime / ABI / Codegen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2062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주제: command buffer와 tensor descriptor ABI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목표: compiler backend와 edge runtime의 계약을 명확히 정의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산출물: NPU runtime ABI draft + command buffer schema + lowering test</a:t>
            </a:r>
          </a:p>
        </p:txBody>
      </p:sp>
      <p:pic>
        <p:nvPicPr>
          <p:cNvPr id="4" name="Picture 3" descr="MLIR_NPU_Lecture_19_Runtime_AB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6995160" cy="3934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17강: fusion/layout로 graph-level contract 확정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18강: custom NPU dialect로 kernel/DMA/barrier 표현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19강: runtime이 실행할 artifact와 ABI로 고정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20강: capstone design spec로 통합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Compiler/runtime responsibility boundary 설명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Tensor descriptor와 command buffer field 설계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 pseudo dialect와 runtime C ABI 연결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LLVM IR / EmitC / binary artifact codegen 선택지 비교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FileCheck와 ABI manifest 기반 regression test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Compiler vs Runtime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Compiler: shape/layout/tile/fusion/quant/legal op 결정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Compiler: command dependency graph와 descriptor metadata 생성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Runtime: device allocation, queue submit, fence, error handling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Runtime: capability query, fallback, tracing,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Final Lowering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npu_kernel.matmul/dma/barrier는 아직 compiler-side semantic IR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npu_rt.*는 runtime-visible ABI를 만드는 마지막 dialect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이 boundary 이후에는 versioning, alignment, endianness, binary compatibility가 중요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잘못 설계하면 compiler pass 하나가 runtime ABI를 깨뜨림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Runtime ABI =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Function signature, tensor descriptor, command packet, error code를 포함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Host CPU, firmware, driver, compiler가 공유하는 안정된 문서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IR 내부 최적화 정보와 runtime-visible 정보를 분리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ABI version과 target capability를 항상 명시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ABI Design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Fixed-width integer type 사용: uint32_t/uint64_t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모든 struct는 alignment와 padding을 명시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reserved field를 남겨 forward compatibility 확보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pointer 대신 device address/handle/descriptor index 사용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debug tag와 checksum은 optional but useful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Tensor Descriptor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2062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Tensor data를 runtime이 이해하는 최소 metadata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base address + offset + shape + stride + dtype + layout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quantization scale/zero point/axis, memory space, flags 포함 가능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compiler와 runtime이 같은 descriptor schema를 공유해야 함</a:t>
            </a:r>
          </a:p>
        </p:txBody>
      </p:sp>
      <p:pic>
        <p:nvPicPr>
          <p:cNvPr id="4" name="Picture 3" descr="MLIR_NPU_Lecture_19_Tensor_Descripto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6995160" cy="4197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Tensor Descriptor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magic/version: descriptor type 확인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rank/shape/stride: physical addressing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dtype/layout/memory_space: hardware interpretation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quant: per-tensor/per-channel metadata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flags: readonly, packed, host-visible, constant weight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NPU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address generation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layout/stride check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quant metadata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 ABI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Layout and Stride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Logical shape와 physical stride를 분리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NHWC/NCHW 같은 label만으로는 DMA address generation이 부족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stride는 byte 또는 element 단위 중 하나로 고정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packed INT4/INT2는 element stride와 byte packing rule을 별도 표기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NPU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address generation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layout/stride check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quant metadata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 ABI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Memory Space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DRAM: external tensor/weight/activation buffer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SRAM: tile staging buffer, runtime이 보통 직접 노출하지 않음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ACCUM: compute array accumulator, command-local object일 수 있음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CONST: immutable weight/lookup table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Quant Metadata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scale, zero_point, quant_axis, storage_type, expressed_type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per-channel이면 scale pointer 또는 descriptor table index 필요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requant multiplier/shift는 command field로 둘지 descriptor field로 둘지 결정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runtime이 numeric policy를 재해석하지 않도록 compiler가 명시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NPU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address generation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layout/stride check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quant metadata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 ABI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Command Buffer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2062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NPU가 실행할 command packet sequence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Header + descriptor table + relocation table + commands + optional debug block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offline compiled artifact 또는 runtime-generated artifact로 사용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queue submit API가 command buffer handle을 받음</a:t>
            </a:r>
          </a:p>
        </p:txBody>
      </p:sp>
      <p:pic>
        <p:nvPicPr>
          <p:cNvPr id="4" name="Picture 3" descr="MLIR_NPU_Lecture_19_Command_Buffer_For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6995160" cy="3934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Command Buffer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magic, abi_version, target_id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command_count, descriptor_count, relocation_count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byte_size, alignment, checksum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feature flags: profiling, debug, priority, secure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Command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DMA_LOAD / DMA_STORE: memory movement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MATMUL / CONV / ELEMENTWISE: compute packet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REQUANT / EPILOGUE: numeric post-processing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BARRIER / WAIT / SIGNAL: dependency and synchronization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NOP / TRACE: debug and alignment padding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Dependency / Token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Sequential command stream만으로는 overlap 표현이 어렵다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Token 또는 fence field로 DMA/compute dependency를 명시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 scheduler는 token graph를 보고 overlap 가능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검증기는 dead token, unsatisfied dependency, cycle을 찾아야 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DMA Command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src descriptor index, dst descriptor index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src/dst offset, byte count, stride/pitch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direction: host&lt;-&gt;device, DRAM&lt;-&gt;SRAM, SRAM&lt;-&gt;SRAM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completion token과 barrier dependency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Compute Command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op kind: matmul/conv/attention/custom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operand descriptor indices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tile shape, layout, accumulator type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epilogue flags: bias, relu, gelu, requant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microcode/kernel id 또는 hardware opcode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Barrier and Fence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barrier는 command graph 내부 dependency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fence는 host/runtime visibility boundary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firmware queue와 host queue가 다른 경우 fence granularity가 중요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timeout/error code/profiling timestamp와 연결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Descriptor Table and Relocation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Descriptor table: command에서 index로 참조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Relocation table: device allocation 이후 patch할 address 위치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Weight constant는 artifact에 포함하거나 external handle로 참조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AOT artifact는 relocation을 분리해야 재사용 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NPU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address generation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layout/stride check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quant metadata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 ABI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Compilation Artifact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model.json or manifest.yaml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command_buffer.bin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tensor_descriptors.bin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constants.bin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debug_symbols.json / profiling map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ABI version, compiler build id, target feature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Runtime API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npuInit / npuCreateContext / npuDestroyContext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npuLoadModule / npuGetTensorDesc / npuBindTensor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npuSubmit / npuWait / npuGetStatus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npuQueryCapability / npuGetProfilingTrace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 ABI Header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extern "C" API로 C++ ABI 문제를 피함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opaque handle: NpuContext, NpuModule, NpuQueue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caller-owned vs runtime-owned memory ownership 명시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return value는 status enum + optional diagnostic string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npu_rt Pseudo Dialect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npu_rt.module: target/ABI artifact scope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npu_rt.tensor_desc: runtime-visible tensor metadata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npu_rt.command_buffer: command sequence region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npu_rt.call_runtime: runtime API call boundary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npu_rt.emit_artifact: binary/manifest emission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Lowering npu_rt to Runtime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npu_rt.tensor_desc -&gt; constant struct or descriptor table entry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npu_rt.command_buffer -&gt; binary blob or C initializer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npu_rt.submit -&gt; npuSubmit(ctx, queue, cb, bindings)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npu_rt.wait -&gt; npuWait(fence, timeout_ns)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errors become status code and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Codegen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2062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LLVM dialect -&gt; LLVM IR: host stub/JIT/prototype에 좋음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EmitC -&gt; C/C++: embedded static build에 적합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Binary command buffer: runtime submit path가 단순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Hybrid: C stub + binary command buffer + manifest가 가장 실용적</a:t>
            </a:r>
          </a:p>
        </p:txBody>
      </p:sp>
      <p:pic>
        <p:nvPicPr>
          <p:cNvPr id="4" name="Picture 3" descr="MLIR_NPU_Lecture_19_Codegen_Ch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6995160" cy="3934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MLIR to LLVM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1) MLIR dialect를 LLVM dialect로 progressive conversion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2) llvm.func/llvm.mlir.global 등 translatable op로 정리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3) mlir-translate로 LLVM IR 생성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4) clang/llc/linker로 host runtime stub 빌드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EFCE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Codegen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LLVM host stub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EmitC static 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binary artifact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hybrid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EmitC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 call을 emitc.call_opaque로 낮춤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descriptor와 command buffer를 C array initializer로 표현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mlir-translate -mlir-to-cpp로 C/C++ 출력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embedded cross compile과 runtime integration이 쉬움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EFCE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Codegen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LLVM host stub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EmitC static 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binary artifact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hybrid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Embedded / Edge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No JIT, limited dynamic allocation, deterministic latency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artifact size와 alignment 중요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firmware/runtime update와 compiler version mismatch 대비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secure boot / signed model artifact / CRC 검증 고려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Error Handling and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ABI mismatch, unsupported feature, descriptor invalid, command invalid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 status code와 compiler diagnostic을 분리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major.minor ABI version 사용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reserved bits와 extension blocks로 forward compatibility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Capability Query and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runtime이 target feature를 제공: tile sizes, dtype, memory, firmware version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compiler는 target profile과 runtime capability를 matching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unsupported op는 CPU/GPU fallback 또는 compile failure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fallback boundary는 tensor descriptor ABI와 일치해야 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Testing ABI with FileCheck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 op가 descriptor/command field를 정확히 생성하는지 검사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negative test: unsupported dtype/layout/unaligned descriptor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binary blob은 manifest JSON/YAML로 deterministic하게 검증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golden runtime simulator로 command sequence sanity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Debugging Runtime/Codegen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2062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descriptor dump: shape/stride/memory space/quant 확인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command trace: issue time, done time, token dependency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firmware log와 compiler debug symbol map 연결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Noto Sans CJK KR"/>
              </a:rPr>
              <a:t>minimum reproducible command buffer를 저장</a:t>
            </a:r>
          </a:p>
        </p:txBody>
      </p:sp>
      <p:pic>
        <p:nvPicPr>
          <p:cNvPr id="4" name="Picture 3" descr="MLIR_NPU_Lecture_19_Runtime_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6995160" cy="3934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Case Study: MatMul Tile CB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Input A/B descriptor + output descriptor + temporary SRAM descriptors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DMA_LOAD A/B -&gt; WAIT -&gt; MATMUL -&gt; REQUANT -&gt; DMA_STORE -&gt; FENCE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tile M/N/K와 accumulator type이 compute command에 들어감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descriptor index와 token id가 command packet의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Exercise A - Tensor Descriptor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MatMul input/output descriptor field를 직접 채우기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shape, stride, dtype, layout, memory_space, quant field 결정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descriptor alignment와 byte_size 계산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runtime-visible field와 compiler-only field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NPU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address generation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layout/stride check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quant metadata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 ABI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Exercise B - Command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DMA A/B, MATMUL, REQUANT, DMA OUT, FENCE command packet 작성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각 command의 dependency token 표시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descriptor index와 relocation entry 연결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minimum validation checklist 작성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Packet 관점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descriptor index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token dependency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alignment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debug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Exercise C - Lowering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npu_rt.command_buffer를 LLVM/EmitC/binary 중 하나로 lowering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C API wrapper signature 정의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FileCheck positive/negative test 작성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fallback policy와 capability query를 manifest에 반영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Runtime ABI는 마지막 IR보다 더 오래 살아남는 계약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Tensor descriptor와 command buffer는 NPU product 품질을 좌우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 codegen은 LLVM IR, EmitC, binary artifact 등 여러 선택지가 가능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19강 산출물이 20강 capstone의 runtime/codegen 섹션이 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1722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 LLVM IR Target: two-stage lowering to LLVM dialect then LLVM IR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 LLVM Dialect: MLIR mapping of LLVM IR operations/types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 EmitC Dialect: MLIR-to-C/C++ generation path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F2937"/>
                </a:solidFill>
                <a:latin typeface="Noto Sans CJK KR"/>
              </a:rPr>
              <a:t>MLIR C API: C-level interop and opaque handle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43000"/>
            <a:ext cx="43891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CJK KR"/>
              </a:rPr>
              <a:t>핵심 질문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무엇이 ABI인가?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누가 결정하는가?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runtime이 재해석하는가?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Noto Sans CJK KR"/>
              </a:rPr>
              <a:t>• 어떻게 테스트하는가?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Noto Sans CJK KR"/>
              </a:rPr>
              <a:t>MLIR NPU Compiler | Lecture 19 |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