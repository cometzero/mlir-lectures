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8B"/>
                </a:solidFill>
                <a:latin typeface="Noto Sans CJK KR"/>
              </a:defRPr>
            </a:pPr>
            <a:r>
              <a:t>Lecture 10</a:t>
            </a:r>
          </a:p>
          <a:p>
            <a:pPr>
              <a:defRPr sz="4000" b="1">
                <a:solidFill>
                  <a:srgbClr val="182D50"/>
                </a:solidFill>
                <a:latin typeface="Noto Sans CJK KR"/>
              </a:defRPr>
            </a:pPr>
            <a:r>
              <a:t>Rewrite Pattern</a:t>
            </a:r>
          </a:p>
          <a:p>
            <a:pPr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MatMul + Add + ReLU Fusion Pattern Design for NPU Compiler</a:t>
            </a:r>
          </a:p>
        </p:txBody>
      </p:sp>
      <p:pic>
        <p:nvPicPr>
          <p:cNvPr id="3" name="Picture 2" descr="MLIR_NPU_Lecture_10_Fus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057400"/>
            <a:ext cx="7863840" cy="4425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9강: Pass Infrastructure - pass를 등록하고 pipeline을 설계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10강: Rewrite Pattern - pass 내부에서 IR을 실제로 바꾸는 최소 단위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11강: Dialect Conversion - legality와 conversion target 기반 lowering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RewritePattern / OpRewritePattern / PatternRewriter 역할 구분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match phase와 rewrite phase를 분리해 안전한 pattern 작성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Greedy driver의 worklist/fixpoint 동작 이해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MatMul+Bias+ReLU fusion contract 설계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FileCheck positive/negative regression test 작성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Why Rewrite Pattern Matters for NPU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NPU compiler 성능은 작은 graph rewrite의 품질에 크게 의존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fusion은 intermediate tensor lifetime과 DRAM traffic을 줄임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단, target epilogue/quant/layout contract를 증명하지 못하면 correctness bug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좋은 pattern은 “왜 match 실패했는가”까지 설명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Pattern Rewriting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66344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Pattern Definition: root op, predicates, rewrite action, benefit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Pattern Application: driver, worklist, cost model, fixpoint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RewritePatternSet에 pattern을 모아 pass에서 실행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NPU 예: ReLU root에서 AddBias와 MatMul producer chain을 역방향 match</a:t>
            </a:r>
          </a:p>
        </p:txBody>
      </p:sp>
      <p:pic>
        <p:nvPicPr>
          <p:cNvPr id="5" name="Picture 4" descr="MLIR_NPU_Lecture_10_Pattern_Rewri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RewritePattern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Root operation name: 가능하면 명시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PatternBenefit: local priority signal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matchAndRewrite: match와 mutation을 한 함수에서 수행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Debug name/label: pattern filtering과 debug log에 필요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Bounded recursion: self-applicable pattern이면 명시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PatternRewriter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IR mutation은 반드시 PatternRewriter API로 수행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성공 전에는 IR을 변경하지 않음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실패 시 notifyMatchFailure로 이유를 남김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root op는 replace / erase / in-place update 중 하나로 처리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direct erase 또는 raw mutation은 driver state를 깨뜨릴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matchAndRewrite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1. root op 확인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2. producer/operand chain 확인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3. one-use / side-effect / dominance 확인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4. shape / dtype / layout / quantization 확인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5. target capability 확인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6. fused op 생성 후 replace/erase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Good vs Bad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Good: 모든 조건이 증명된 뒤 rewriter.create + replaceOp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Good: 실패 사유가 구체적인 notifyMatchFailure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Bad: match 중간에 op 생성 후 실패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Bad: one-use 확인 없이 producer erase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Bad: target-specific fusion을 canonicalization에 숨김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Greedy Driver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66344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worklist 기반으로 op를 방문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benefit이 높은 pattern을 지역적으로 적용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수정/생성된 op는 다시 worklist에 들어갈 수 있음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fixpoint 또는 iteration limit에서 종료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cyclic rewrite는 bug로 취급해야 함</a:t>
            </a:r>
          </a:p>
        </p:txBody>
      </p:sp>
      <p:pic>
        <p:nvPicPr>
          <p:cNvPr id="5" name="Picture 4" descr="MLIR_NPU_Lecture_10_Rewrite_Driver_Wor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Pattern Benefit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더 구체적인 pattern에 더 높은 benefit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MatMul+Bias+ReLU &gt; MatMul+Bias &gt; Add identity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benefit은 target legality를 대체하지 않음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낮은 benefit이라도 canonicalization이 먼저 필요할 수 있음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Canonicalization vs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Canonicalization: IR을 단순하고 안정적인 형태로 정리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Optimization: target contract와 성능 목표를 반영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Pass correctness는 canonicalize 존재에 의존하면 안 됨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NPU fusion은 별도 optimization pass로 두는 것을 권장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Fusion Target: MatMul + Add + ReLU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66344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Input: MatMul result에 bias add 후 ReLU 적용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Output: npu_graph.matmul_epilogue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Benefit: intermediate tensor 제거, epilogue scheduling, DRAM traffic 감소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Risk: broadcast/quant/layout/one-use 조건 미확인 시 correctness bug</a:t>
            </a:r>
          </a:p>
        </p:txBody>
      </p:sp>
      <p:pic>
        <p:nvPicPr>
          <p:cNvPr id="5" name="Picture 4" descr="MLIR_NPU_Lecture_10_Fus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Root Op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권장 root: ReLU output op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이유: final result를 replacement 결과로 바로 대체 가능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producer chain: ReLU -&gt; AddBias -&gt; MatMul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consumer 기준으로 pattern 전체를 닫기 쉬움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Matcher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66344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root ReLU 확인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producer AddBias 확인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MatMul + Bias operand classification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producer one-use 확인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shape/layout/dtype target legality 확인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모든 조건이 통과해야 rewrite</a:t>
            </a:r>
          </a:p>
        </p:txBody>
      </p:sp>
      <p:pic>
        <p:nvPicPr>
          <p:cNvPr id="5" name="Picture 4" descr="MLIR_NPU_Lecture_10_Matcher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Semantic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ReLU가 정확히 max(x, 0)인지 확인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Add가 bias broadcast인지 elementwise residual add인지 구분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MatMul contraction semantics가 target kernel과 일치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side-effecting op 또는 ordering dependency 없음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Use-Def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MatMul result one-use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AddBias result one-use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replacement result type equals ReLU result type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shared producer는 negative test로 보호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clone-based fusion은 별도 cost model과 semantic proof 필요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Shape / Layout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bias shape: scalar, [N], 또는 target-supported broadcast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output rank와 static/dynamic dim policy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lhs/rhs transpose 또는 packed layout attribute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layout transform cost가 fusion benefit을 상쇄하지 않는지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DType / Quantization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FP32/BF16/FP16 path: activation 위치 비교적 단순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INT8/INT4 path: accumulator, requant, saturation, clamp 위치 중요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per-tensor/per-channel scale support 확인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activation이 requant 전/후 어디에 들어가는지 ABI와 kernel에 맞춤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NPU Fusion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66344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fusion pattern은 target contract를 증명하는 작은 verifier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증명 실패 시 unfused IR 유지가 안전한 기본값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diagnostic reason은 compiler tuning의 핵심 데이터</a:t>
            </a:r>
          </a:p>
          <a:p>
            <a:pPr>
              <a:spcAft>
                <a:spcPts val="400"/>
              </a:spcAft>
              <a:defRPr sz="1500">
                <a:solidFill>
                  <a:srgbClr val="2D343E"/>
                </a:solidFill>
                <a:latin typeface="Noto Sans CJK KR"/>
              </a:defRPr>
            </a:pPr>
            <a:r>
              <a:t>contract는 op verifier와 pass test로 중복 방어</a:t>
            </a:r>
          </a:p>
        </p:txBody>
      </p:sp>
      <p:pic>
        <p:nvPicPr>
          <p:cNvPr id="5" name="Picture 4" descr="MLIR_NPU_Lecture_10_NPU_Fusion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Replacement Op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npu_graph.matmul_epilogue(lhs, rhs, bias)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attributes: activation, layout, accumulator, quant policy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result type: original ReLU output type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location: fusedLoc(matmul, add, relu)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later lowering: npu_kernel.matmul + DMA/barrier + runtime descriptor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C++ Pattern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200">
                <a:solidFill>
                  <a:srgbClr val="1E1E1E"/>
                </a:solidFill>
                <a:latin typeface="NanumGothicCoding"/>
              </a:defRPr>
            </a:pPr>
            <a:r>
              <a:t>struct FuseMatMulBiasReluPattern</a:t>
            </a:r>
            <a:br/>
            <a:r>
              <a:t>    : OpRewritePattern&lt;linalg::GenericOp&gt; {</a:t>
            </a:r>
            <a:br/>
            <a:r>
              <a:t>  LogicalResult matchAndRewrite(linalg::GenericOp relu,</a:t>
            </a:r>
            <a:br/>
            <a:r>
              <a:t>                                PatternRewriter &amp;rewriter) const override {</a:t>
            </a:r>
            <a:br/>
            <a:r>
              <a:t>    if (!isReluGeneric(relu))</a:t>
            </a:r>
            <a:br/>
            <a:r>
              <a:t>      return rewriter.notifyMatchFailure(relu, "not relu");</a:t>
            </a:r>
            <a:br/>
            <a:r>
              <a:t>    auto add = getSingleProducerOfType&lt;linalg::GenericOp&gt;(reluInput);</a:t>
            </a:r>
            <a:br/>
            <a:r>
              <a:t>    if (!add || !isAddBiasGeneric(add))</a:t>
            </a:r>
            <a:br/>
            <a:r>
              <a:t>      return rewriter.notifyMatchFailure(relu, "not add bias");</a:t>
            </a:r>
            <a:br/>
            <a:r>
              <a:t>    if (!matmul-&gt;hasOneUse() || !add-&gt;hasOneUse())</a:t>
            </a:r>
            <a:br/>
            <a:r>
              <a:t>      return rewriter.notifyMatchFailure(relu, "shared producer");</a:t>
            </a:r>
            <a:br/>
            <a:r>
              <a:t>    auto fused = rewriter.create&lt;npu_graph::MatmulEpilogueOp&gt;(...);</a:t>
            </a:r>
            <a:br/>
            <a:r>
              <a:t>    rewriter.replaceOp(relu, fused.getResults());</a:t>
            </a:r>
            <a:br/>
            <a:r>
              <a:t>    rewriter.eraseOp(add);</a:t>
            </a:r>
            <a:br/>
            <a:r>
              <a:t>    rewriter.eraseOp(matmul);</a:t>
            </a:r>
            <a:br/>
            <a:r>
              <a:t>    return success();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Failure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notifyMatchFailure(relu, "root is not ReLU")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notifyMatchFailure(add, "cannot classify matmul and bias")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notifyMatchFailure(relu, "producer result is shared")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notifyMatchFailure(relu, "unsupported bias broadcast")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notifyMatchFailure(relu, "quantization policy not representable")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Pass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500">
                <a:solidFill>
                  <a:srgbClr val="1E1E1E"/>
                </a:solidFill>
                <a:latin typeface="NanumGothicCoding"/>
              </a:defRPr>
            </a:pPr>
            <a:r>
              <a:t>void runOnOperation() override {</a:t>
            </a:r>
            <a:br/>
            <a:r>
              <a:t>  RewritePatternSet patterns(&amp;getContext());</a:t>
            </a:r>
            <a:br/>
            <a:r>
              <a:t>  patterns.add&lt;FuseMatMulBiasReluPattern&gt;(&amp;getContext());</a:t>
            </a:r>
            <a:br/>
            <a:br/>
            <a:r>
              <a:t>  GreedyRewriteConfig config;</a:t>
            </a:r>
            <a:br/>
            <a:r>
              <a:t>  config.useTopDownTraversal = true;</a:t>
            </a:r>
            <a:br/>
            <a:r>
              <a:t>  config.maxIterations = 10;</a:t>
            </a:r>
            <a:br/>
            <a:br/>
            <a:r>
              <a:t>  if (failed(applyPatternsGreedily(getOperation(),</a:t>
            </a:r>
            <a:br/>
            <a:r>
              <a:t>                                   std::move(patterns), config)))</a:t>
            </a:r>
            <a:br/>
            <a:r>
              <a:t>    signalPassFailure();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PDL / Declarative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PDL can describe graph-shaped pattern matching declaratively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Native constraints can handle target legality predicates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C++ rewrite callback can create fused target op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Useful for prototyping and pattern library readability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Positive: fused op appears, old ops disappear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Negative: shared producer, unsupported bias, unsupported dtype do not fuse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Diagnostic: failure reason is stable enough for debugging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Stress: dynamic shape, multi-user, layout mismatch, quant mismatch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FileCheck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500">
                <a:solidFill>
                  <a:srgbClr val="1E1E1E"/>
                </a:solidFill>
                <a:latin typeface="NanumGothicCoding"/>
              </a:defRPr>
            </a:pPr>
            <a:r>
              <a:t>// RUN: mlir-opt %s --npu-fuse-epilogue | FileCheck %s</a:t>
            </a:r>
            <a:br/>
            <a:r>
              <a:t>// CHECK-LABEL: func.func @matmul_bias_relu</a:t>
            </a:r>
            <a:br/>
            <a:r>
              <a:t>// CHECK: "npu_graph.matmul_epilogue"</a:t>
            </a:r>
            <a:br/>
            <a:r>
              <a:t>// CHECK-SAME: activation = "relu"</a:t>
            </a:r>
            <a:br/>
            <a:r>
              <a:t>// CHECK-NOT: linalg.generic</a:t>
            </a:r>
            <a:br/>
            <a:br/>
            <a:r>
              <a:t>// Negative case:</a:t>
            </a:r>
            <a:br/>
            <a:r>
              <a:t>// CHECK-LABEL: func.func @shared_matmul_result_must_not_fuse</a:t>
            </a:r>
            <a:br/>
            <a:r>
              <a:t>// CHECK-NOT: "npu_graph.matmul_epilogue"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Debug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Run pass with --mlir-print-ir-after-change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Use -debug-only=greedy-rewriter when available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Use pattern debug labels to filter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Reduce test with specific positive/negative examples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Add verifier checks to fused 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Integration in NPU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After canonicalize/cse and graph cleanup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Before bufferization and target memory scheduling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Before layout is fully frozen, but after enough shape inference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Follow with npu_graph legality check and cost model pass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one-use omission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broadcast semantics confusion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dtype/quant clamp order mismatch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cyclic rewrite via inverse patterns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pattern benefit used as a substitute for legality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only positive tests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Exercise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Annotate root/producers/operands in 01_linalg_matmul_add_relu_before.mlir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Mark which op is replaced and which ops are erased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Write 5 notifyMatchFailure reasons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Exercise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Complete C++ helper checklist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isReluGeneric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isAddBiasGeneric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isMatMulGeneric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classifyAddInputs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checkShapeDTypeLayoutForTarget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Exercise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Design test matrix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Positive: fp32, bias vector, supported layout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Positive: int8 with legal requant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Negative: shared MatMul result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Negative: unsupported broadcast/layout/dtype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Submit 1-page Fusion Pattern Spec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Complete pass skeleton with pattern registration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Write 3 positive and 5 negative FileCheck tests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Define runtime descriptor fields for fused epilogue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Rewrite pattern is the smallest executable compiler optimization unit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Safe matching is more important than aggressive fusion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NPU fusion must prove semantic + target legality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Debuggability comes from good failure reasons and negative tests</a:t>
            </a:r>
          </a:p>
          <a:p>
            <a:pPr>
              <a:spcAft>
                <a:spcPts val="400"/>
              </a:spcAft>
              <a:defRPr sz="2000">
                <a:solidFill>
                  <a:srgbClr val="2D343E"/>
                </a:solidFill>
                <a:latin typeface="Noto Sans CJK KR"/>
              </a:defRPr>
            </a:pPr>
            <a:r>
              <a:t>Next: Dialect Conversion and legal op sets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0"/>
                </a:solidFill>
                <a:latin typeface="Noto Sans CJK KR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Noto Sans CJK KR"/>
              </a:defRPr>
            </a:pPr>
            <a:r>
              <a:t>Lecture 10 |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MLIR Pattern Rewriter documentation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MLIR Canonicalization documentation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MLIR Dialect Conversion documentation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MLIR Quickstart Rewrites tutorial</a:t>
            </a:r>
          </a:p>
          <a:p>
            <a:pPr>
              <a:spcAft>
                <a:spcPts val="400"/>
              </a:spcAft>
              <a:defRPr sz="1800">
                <a:solidFill>
                  <a:srgbClr val="2D343E"/>
                </a:solidFill>
                <a:latin typeface="Noto Sans CJK KR"/>
              </a:defRPr>
            </a:pPr>
            <a:r>
              <a:t>MLIR Greedy Pattern Rewrite Driver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