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54"/>
          </a:solidFill>
          <a:ln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BFDBFE"/>
                </a:solidFill>
                <a:latin typeface="NanumBarunGothic"/>
              </a:defRPr>
            </a:pPr>
            <a:r>
              <a:t>Lecture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402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NanumBarunGothic"/>
              </a:defRPr>
            </a:pPr>
            <a:r>
              <a:t>Quantization for AI/NPU Compiler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246120"/>
            <a:ext cx="10607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DBEAFE"/>
                </a:solidFill>
                <a:latin typeface="NanumBarunGothic"/>
              </a:defRPr>
            </a:pPr>
            <a:r>
              <a:t>INT8/INT4 requantization</a:t>
            </a:r>
          </a:p>
          <a:p>
            <a:pPr>
              <a:spcAft>
                <a:spcPts val="800"/>
              </a:spcAft>
              <a:defRPr sz="2000">
                <a:solidFill>
                  <a:srgbClr val="DBEAFE"/>
                </a:solidFill>
                <a:latin typeface="NanumBarunGothic"/>
              </a:defRPr>
            </a:pPr>
            <a:r>
              <a:t>Accumulator width and saturation</a:t>
            </a:r>
          </a:p>
          <a:p>
            <a:pPr>
              <a:spcAft>
                <a:spcPts val="800"/>
              </a:spcAft>
              <a:defRPr sz="2000">
                <a:solidFill>
                  <a:srgbClr val="DBEAFE"/>
                </a:solidFill>
                <a:latin typeface="NanumBarunGothic"/>
              </a:defRPr>
            </a:pPr>
            <a:r>
              <a:t>MLIR quant dialect -&gt; TOSA rescale -&gt; NPU qkernel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NanumBarunGothic"/>
              </a:defRPr>
            </a:pPr>
            <a:r>
              <a:t>MLIR/NPU Compiler - Lecture 16 |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554"/>
                </a:solidFill>
                <a:latin typeface="NanumBarunGothic"/>
              </a:defRPr>
            </a:pPr>
            <a:r>
              <a:t>오늘의 위치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11강: legal op set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12강: bufferization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13강: memory space/layout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14강: vector tensorization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15강: transform schedule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16강: numeric contract for integer NPU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NanumBarunGothic"/>
              </a:defRPr>
            </a:pPr>
            <a:r>
              <a:t>MLIR/NPU Compiler - Lecture 16 |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554"/>
                </a:solidFill>
                <a:latin typeface="NanumBarunGothic"/>
              </a:defRPr>
            </a:pPr>
            <a:r>
              <a:t>Learning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Uniform quantization 수식을 compiler contract로 해석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!quant.uniform, qcast/dcast/scast 읽기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INT8 MatMul accumulator와 requantization 설계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INT4 weight packing과 group scale policy 정의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negative test로 overflow/rounding/layout 오류 잡기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NanumBarunGothic"/>
              </a:defRPr>
            </a:pPr>
            <a:r>
              <a:t>MLIR/NPU Compiler - Lecture 16 |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554"/>
                </a:solidFill>
                <a:latin typeface="NanumBarunGothic"/>
              </a:defRPr>
            </a:pPr>
            <a:r>
              <a:t>왜 NPU Compiler에서 Quantization이 중요한가?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TOPS/W와 bandwidth는 낮은 bit-width에서 크게 개선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정확도는 scale/zero-point/rounding/saturation에 민감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compiler가 qparams, layout, DMA, ABI를 함께 관리해야 함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Numeric bug는 functional test에서는 늦게 드러남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NanumBarunGothic"/>
              </a:defRPr>
            </a:pPr>
            <a:r>
              <a:t>MLIR/NPU Compiler - Lecture 16 |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554"/>
                </a:solidFill>
                <a:latin typeface="NanumBarunGothic"/>
              </a:defRPr>
            </a:pPr>
            <a:r>
              <a:t>Quantization Compiler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LIR_NPU_Lecture_16_Quantizatio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1155680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NanumBarunGothic"/>
              </a:defRPr>
            </a:pPr>
            <a:r>
              <a:t>MLIR/NPU Compiler - Lecture 16 |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554"/>
                </a:solidFill>
                <a:latin typeface="NanumBarunGothic"/>
              </a:defRPr>
            </a:pPr>
            <a:r>
              <a:t>Uniform Quantization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463040"/>
            <a:ext cx="107899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F172A"/>
                </a:solidFill>
                <a:latin typeface="DejaVu Sans Mono"/>
              </a:defRPr>
            </a:pPr>
            <a:r>
              <a:t>q = clamp(round(x / scale) + zero_point)</a:t>
            </a:r>
            <a:br/>
            <a:r>
              <a:t>x_hat = (q - zero_point) * scale</a:t>
            </a:r>
            <a:br/>
            <a:r>
              <a:t>scale: real-space step size</a:t>
            </a:r>
            <a:br/>
            <a:r>
              <a:t>zero_point: exact real zero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NanumBarunGothic"/>
              </a:defRPr>
            </a:pPr>
            <a:r>
              <a:t>MLIR/NPU Compiler - Lecture 16 |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554"/>
                </a:solidFill>
                <a:latin typeface="NanumBarunGothic"/>
              </a:defRPr>
            </a:pPr>
            <a:r>
              <a:t>Fixed-point vs Affine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Fixed-point: signed scaled integer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Affine: shifted integer space with zero_point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Conv/MatMul zero padding 때문에 zero exactness가 중요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NPU는 affine operand를 scaled operand로 보정 후 MAC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NanumBarunGothic"/>
              </a:defRPr>
            </a:pPr>
            <a:r>
              <a:t>MLIR/NPU Compiler - Lecture 16 |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554"/>
                </a:solidFill>
                <a:latin typeface="NanumBarunGothic"/>
              </a:defRPr>
            </a:pPr>
            <a:r>
              <a:t>MLIR Quant Dialect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!quant.uniform encodes stored type, expressed type, scale, zero point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Per-layer, per-channel/per-axis, sub-channel/blockwise variants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qcast: expressed -&gt; quantized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dcast: quantized -&gt; expressed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scast: quantized type &lt;-&gt; integer storage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NanumBarunGothic"/>
              </a:defRPr>
            </a:pPr>
            <a:r>
              <a:t>MLIR/NPU Compiler - Lecture 16 |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554"/>
                </a:solidFill>
                <a:latin typeface="NanumBarunGothic"/>
              </a:defRPr>
            </a:pPr>
            <a:r>
              <a:t>Example: !quant.uniform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463040"/>
            <a:ext cx="107899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F172A"/>
                </a:solidFill>
                <a:latin typeface="DejaVu Sans Mono"/>
              </a:defRPr>
            </a:pPr>
            <a:r>
              <a:t>!quant.uniform&lt;i8:f32, 0.03125:-3&gt;</a:t>
            </a:r>
            <a:br/>
            <a:r>
              <a:t>tensor&lt;64x!quant.uniform&lt;i8:f32, 0.03125:-3&gt;&gt;</a:t>
            </a:r>
            <a:br/>
            <a:r>
              <a:t>tensor&lt;64x128x!quant.uniform&lt;i8:f32:1,{0.02,0.03,...}&gt;&gt;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NanumBarunGothic"/>
              </a:defRPr>
            </a:pPr>
            <a:r>
              <a:t>MLIR/NPU Compiler - Lecture 16 |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554"/>
                </a:solidFill>
                <a:latin typeface="NanumBarunGothic"/>
              </a:defRPr>
            </a:pPr>
            <a:r>
              <a:t>Q/DQ Boundary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qcast/dcast pair는 quantization intent를 IR에 보존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integerizable subgraph를 찾는 marker 역할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fallback boundary와 accuracy debug가 쉬워짐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너무 일찍 integer lowering하면 fusion/layout 판단이 어려움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NanumBarunGothic"/>
              </a:defRPr>
            </a:pPr>
            <a:r>
              <a:t>MLIR/NPU Compiler - Lecture 16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554"/>
                </a:solidFill>
                <a:latin typeface="NanumBarunGothic"/>
              </a:defRPr>
            </a:pPr>
            <a:r>
              <a:t>Per-tensor vs Per-channel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LIR_NPU_Lecture_16_Per_Channel_Quant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1155680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NanumBarunGothic"/>
              </a:defRPr>
            </a:pPr>
            <a:r>
              <a:t>MLIR/NPU Compiler - Lecture 16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554"/>
                </a:solidFill>
                <a:latin typeface="NanumBarunGothic"/>
              </a:defRPr>
            </a:pPr>
            <a:r>
              <a:t>Blockwise / Group Quantization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INT4 weight-only quantization에서 자주 사용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group_size = 32/64/128 등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scale layout = per output channel x per K group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Compiler must align group boundary with packed weight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NanumBarunGothic"/>
              </a:defRPr>
            </a:pPr>
            <a:r>
              <a:t>MLIR/NPU Compiler - Lecture 16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554"/>
                </a:solidFill>
                <a:latin typeface="NanumBarunGothic"/>
              </a:defRPr>
            </a:pPr>
            <a:r>
              <a:t>INT8 MatMul Equation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463040"/>
            <a:ext cx="107899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F172A"/>
                </a:solidFill>
                <a:latin typeface="DejaVu Sans Mono"/>
              </a:defRPr>
            </a:pPr>
            <a:r>
              <a:t>acc[m,n] = Σ_k (qa[m,k]-za) * (qw[k,n]-zw[n])</a:t>
            </a:r>
            <a:br/>
            <a:r>
              <a:t>real_y = sa * sw[n] * acc + bias_real[n]</a:t>
            </a:r>
            <a:br/>
            <a:r>
              <a:t>qy = clamp(round(real_y / sy) + zy)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NanumBarunGothic"/>
              </a:defRPr>
            </a:pPr>
            <a:r>
              <a:t>MLIR/NPU Compiler - Lecture 16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554"/>
                </a:solidFill>
                <a:latin typeface="NanumBarunGothic"/>
              </a:defRPr>
            </a:pPr>
            <a:r>
              <a:t>Bias Scale Contract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bias_i32[n] usually represents bias_real / (sa * sw[n])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Per-channel weight scale -&gt; per-channel bias scale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Verifier: bias dtype, scale, channel axis, shape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Mismatch causes silent accuracy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NanumBarunGothic"/>
              </a:defRPr>
            </a:pPr>
            <a:r>
              <a:t>MLIR/NPU Compiler - Lecture 16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554"/>
                </a:solidFill>
                <a:latin typeface="NanumBarunGothic"/>
              </a:defRPr>
            </a:pPr>
            <a:r>
              <a:t>Requantization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LIR_NPU_Lecture_16_Requantization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1155680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NanumBarunGothic"/>
              </a:defRPr>
            </a:pPr>
            <a:r>
              <a:t>MLIR/NPU Compiler - Lecture 16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554"/>
                </a:solidFill>
                <a:latin typeface="NanumBarunGothic"/>
              </a:defRPr>
            </a:pPr>
            <a:r>
              <a:t>TOSA Rescale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tosa.rescale represents integer multiply, add, shift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Attributes include scale32, rounding_mode, per_channel, input/output unsigned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Operands include multiplier, shift, input_zp, output_zp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Good bridge from tensor IR to integer NPU kernels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NanumBarunGothic"/>
              </a:defRPr>
            </a:pPr>
            <a:r>
              <a:t>MLIR/NPU Compiler - Lecture 16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554"/>
                </a:solidFill>
                <a:latin typeface="NanumBarunGothic"/>
              </a:defRPr>
            </a:pPr>
            <a:r>
              <a:t>Rounding Modes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RNE / round-to-nearest-even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away-from-zero or framework-specific rounding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two-stage rounding for some framework compatibility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Changing rounding can shift quantized outputs by 1 LSB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NanumBarunGothic"/>
              </a:defRPr>
            </a:pPr>
            <a:r>
              <a:t>MLIR/NPU Compiler - Lecture 16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554"/>
                </a:solidFill>
                <a:latin typeface="NanumBarunGothic"/>
              </a:defRPr>
            </a:pPr>
            <a:r>
              <a:t>Saturation Semantics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i8 range: [-128, 127] or restricted [-127, 127]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u8 range: [0, 255]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int4 signed: [-8, 7] or symmetric [-7, 7]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Clamp range must match target kernel and quant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NanumBarunGothic"/>
              </a:defRPr>
            </a:pPr>
            <a:r>
              <a:t>MLIR/NPU Compiler - Lecture 16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554"/>
                </a:solidFill>
                <a:latin typeface="NanumBarunGothic"/>
              </a:defRPr>
            </a:pPr>
            <a:r>
              <a:t>Accumulator Width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LIR_NPU_Lecture_16_Accumulator_Wid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1155680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NanumBarunGothic"/>
              </a:defRPr>
            </a:pPr>
            <a:r>
              <a:t>MLIR/NPU Compiler - Lecture 16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554"/>
                </a:solidFill>
                <a:latin typeface="NanumBarunGothic"/>
              </a:defRPr>
            </a:pPr>
            <a:r>
              <a:t>Zero-point Correction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463040"/>
            <a:ext cx="1078992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F172A"/>
                </a:solidFill>
                <a:latin typeface="DejaVu Sans Mono"/>
              </a:defRPr>
            </a:pPr>
            <a:r>
              <a:t>Σ(qa-za)(qw-zw) expands into four terms</a:t>
            </a:r>
            <a:br/>
            <a:r>
              <a:t>Need row sums / column sums when za or zw are nonzero</a:t>
            </a:r>
            <a:br/>
            <a:r>
              <a:t>Symmetric weights simplify correction</a:t>
            </a:r>
            <a:br/>
            <a:r>
              <a:t>Precompute weight sums when possible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NanumBarunGothic"/>
              </a:defRPr>
            </a:pPr>
            <a:r>
              <a:t>MLIR/NPU Compiler - Lecture 16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554"/>
                </a:solidFill>
                <a:latin typeface="NanumBarunGothic"/>
              </a:defRPr>
            </a:pPr>
            <a:r>
              <a:t>Symmetric vs Asymmetric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Symmetric: zero_point=0, simpler MAC path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Asymmetric: better range utilization for activations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Weights often symmetric per-channel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Activations often affine per-tensor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NanumBarunGothic"/>
              </a:defRPr>
            </a:pPr>
            <a:r>
              <a:t>MLIR/NPU Compiler - Lecture 16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554"/>
                </a:solidFill>
                <a:latin typeface="NanumBarunGothic"/>
              </a:defRPr>
            </a:pPr>
            <a:r>
              <a:t>INT4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LIR_NPU_Lecture_16_INT4_Pa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1155680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NanumBarunGothic"/>
              </a:defRPr>
            </a:pPr>
            <a:r>
              <a:t>MLIR/NPU Compiler - Lecture 16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554"/>
                </a:solidFill>
                <a:latin typeface="NanumBarunGothic"/>
              </a:defRPr>
            </a:pPr>
            <a:r>
              <a:t>INT4 Packing Contract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signedness: s4 / u4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nibble order: low-first or high-first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K alignment: native tile K multiple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group_size and qparams layout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DMA burst/padding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NanumBarunGothic"/>
              </a:defRPr>
            </a:pPr>
            <a:r>
              <a:t>MLIR/NPU Compiler - Lecture 16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554"/>
                </a:solidFill>
                <a:latin typeface="NanumBarunGothic"/>
              </a:defRPr>
            </a:pPr>
            <a:r>
              <a:t>npu_kernel.qmatmul Contract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lhs_type, rhs_type, acc_type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lhs_scale, rhs_scale, output_scale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zero points and per-channel axis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multiplier/shift tensors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packing, rounding, saturation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NanumBarunGothic"/>
              </a:defRPr>
            </a:pPr>
            <a:r>
              <a:t>MLIR/NPU Compiler - Lecture 16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554"/>
                </a:solidFill>
                <a:latin typeface="NanumBarunGothic"/>
              </a:defRPr>
            </a:pPr>
            <a:r>
              <a:t>Quantization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stats import -&gt; qparams assignment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insert/recognize QDQ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propagate/canonicalize QDQ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integerize legal subgraphs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materialize requant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pack weights and emit runtime descriptors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NanumBarunGothic"/>
              </a:defRPr>
            </a:pPr>
            <a:r>
              <a:t>MLIR/NPU Compiler - Lecture 16 |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554"/>
                </a:solidFill>
                <a:latin typeface="NanumBarunGothic"/>
              </a:defRPr>
            </a:pPr>
            <a:r>
              <a:t>Where to Lower?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Before bufferization: better graph rewrite and fusion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After layout propagation: qparams axis is stable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Before runtime ABI: weight packing and descriptors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Do not mix semantic QDQ and physical storage too early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NanumBarunGothic"/>
              </a:defRPr>
            </a:pPr>
            <a:r>
              <a:t>MLIR/NPU Compiler - Lecture 16 |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554"/>
                </a:solidFill>
                <a:latin typeface="NanumBarunGothic"/>
              </a:defRPr>
            </a:pPr>
            <a:r>
              <a:t>FileCheck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CHECK presence of qmatmul and rescale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CHECK-NOT unexpected dequantize in integer kernel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CHECK multiplier/shift rank and per_channel attr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negative test unsupported group size / overflow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NanumBarunGothic"/>
              </a:defRPr>
            </a:pPr>
            <a:r>
              <a:t>MLIR/NPU Compiler - Lecture 16 |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554"/>
                </a:solidFill>
                <a:latin typeface="NanumBarunGothic"/>
              </a:defRPr>
            </a:pPr>
            <a:r>
              <a:t>Numerical Golden Tests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Compare against FP reference with tolerance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Use edge values: min/max, zero, saturation boundary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Test per-channel qparams and layout-transposed tensors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Lock rounding mode exactly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NanumBarunGothic"/>
              </a:defRPr>
            </a:pPr>
            <a:r>
              <a:t>MLIR/NPU Compiler - Lecture 16 |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554"/>
                </a:solidFill>
                <a:latin typeface="NanumBarunGothic"/>
              </a:defRPr>
            </a:pPr>
            <a:r>
              <a:t>Exercise A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0972800" cy="448056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10241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Given min/max, compute scale and zero_point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Quantize sample vector and dequantize it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Measure max absolute quantization error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Explain impact on layer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NanumBarunGothic"/>
              </a:defRPr>
            </a:pPr>
            <a:r>
              <a:t>MLIR/NPU Compiler - Lecture 16 |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554"/>
                </a:solidFill>
                <a:latin typeface="NanumBarunGothic"/>
              </a:defRPr>
            </a:pPr>
            <a:r>
              <a:t>Exercise B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0972800" cy="448056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10241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Annotate !quant.uniform types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Insert qcast/dcast for activation and weights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Use scast to expose integer storage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Write FileCheck 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NanumBarunGothic"/>
              </a:defRPr>
            </a:pPr>
            <a:r>
              <a:t>MLIR/NPU Compiler - Lecture 16 |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554"/>
                </a:solidFill>
                <a:latin typeface="NanumBarunGothic"/>
              </a:defRPr>
            </a:pPr>
            <a:r>
              <a:t>Exercise C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0972800" cy="448056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10241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For INT8 MatMul K=4096, compute worst-case accumulator bound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Choose i32 or i48 accumulator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Decide split-K/fallback policy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Document verifier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NanumBarunGothic"/>
              </a:defRPr>
            </a:pPr>
            <a:r>
              <a:t>MLIR/NPU Compiler - Lecture 16 |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554"/>
                </a:solidFill>
                <a:latin typeface="NanumBarunGothic"/>
              </a:defRPr>
            </a:pPr>
            <a:r>
              <a:t>Exercise 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0972800" cy="448056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10241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Design INT4 weight packing policy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Define group_size and scale layout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Write npu_kernel.qmatmul attributes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Create negative test for misaligned 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NanumBarunGothic"/>
              </a:defRPr>
            </a:pPr>
            <a:r>
              <a:t>MLIR/NPU Compiler - Lecture 16 |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554"/>
                </a:solidFill>
                <a:latin typeface="NanumBarunGothic"/>
              </a:defRPr>
            </a:pPr>
            <a:r>
              <a:t>Common Mistakes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Using per-channel scale after layout transpose without remapping axis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Dropping zero-point correction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Unspecified rounding mode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Bias scale mismatch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Assuming int4 packing order from byte dump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NanumBarunGothic"/>
              </a:defRPr>
            </a:pPr>
            <a:r>
              <a:t>MLIR/NPU Compiler - Lecture 16 |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554"/>
                </a:solidFill>
                <a:latin typeface="NanumBarunGothic"/>
              </a:defRPr>
            </a:pPr>
            <a:r>
              <a:t>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Quantization is a numeric ABI, not only dtype conversion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MLIR quant types preserve expressed/stored mapping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tosa.rescale models integer requantization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Accumulator and saturation must be verified</a:t>
            </a:r>
          </a:p>
          <a:p>
            <a:pPr>
              <a:spcAft>
                <a:spcPts val="900"/>
              </a:spcAft>
              <a:defRPr sz="2000">
                <a:solidFill>
                  <a:srgbClr val="1F2937"/>
                </a:solidFill>
                <a:latin typeface="NanumBarunGothic"/>
              </a:defRPr>
            </a:pPr>
            <a:r>
              <a:t>INT4 requires packing + qparams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NanumBarunGothic"/>
              </a:defRPr>
            </a:pPr>
            <a:r>
              <a:t>MLIR/NPU Compiler - Lecture 16 |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2554"/>
                </a:solidFill>
                <a:latin typeface="NanumBarunGothic"/>
              </a:defRPr>
            </a:pPr>
            <a: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51560"/>
            <a:ext cx="11338560" cy="27432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  <a:latin typeface="NanumBarunGothic"/>
              </a:defRPr>
            </a:pPr>
            <a:r>
              <a:t>MLIR Quant Dialect: https://mlir.llvm.org/docs/Dialects/QuantDialect/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  <a:latin typeface="NanumBarunGothic"/>
              </a:defRPr>
            </a:pPr>
            <a:r>
              <a:t>MLIR Quantization Design: https://mlir.llvm.org/docs/Quantization/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  <a:latin typeface="NanumBarunGothic"/>
              </a:defRPr>
            </a:pPr>
            <a:r>
              <a:t>MLIR TOSA Dialect: https://mlir.llvm.org/docs/Dialects/TOSA/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  <a:latin typeface="NanumBarunGothic"/>
              </a:defRPr>
            </a:pPr>
            <a:r>
              <a:t>MLIR Passes: https://mlir.llvm.org/docs/Passes/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11384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NanumBarunGothic"/>
              </a:defRPr>
            </a:pPr>
            <a:r>
              <a:t>MLIR/NPU Compiler - Lecture 16 | 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