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Lecture 17 - Fusion, Layout Propagation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AI/NPU Compiler를 위한 MLIR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Transformer MLP fusion 후보 분석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산출물: fusion/layout/cost contract + pseudo 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오늘의 위치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14강 Vector/Tensorization: native tile로 mapping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15강 Transform Dialect: schedule IR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16강 Quantization: numeric contract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17강: fusion/layout decision으로 NPU performance를 결정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3/35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Fusion을 legality + cost + layout contract로 정의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Transformer MLP에서 fusion 후보를 체계적으로 분류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Layout propagation과 materialization boundary 설계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SRAM/ACCUM footprint와 traffic saving 계산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0416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FileCheck 기반 regression test 작성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왜 Fusion인가?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4/35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Physical AI edge NPU는 DRAM bandwidth가 성능 병목인 경우가 많음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Intermediate tensor write/read 제거가 latency와 power를 줄임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Epilogue를 accumulator/SRAM 내부에서 처리하면 command 수와 DMA가 감소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단, fusion이 live range와 SRAM pressure를 증가시킬 수 있음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49240"/>
            <a:ext cx="10515600" cy="685800"/>
          </a:xfrm>
          <a:prstGeom prst="roundRect">
            <a:avLst/>
          </a:prstGeom>
          <a:solidFill>
            <a:srgbClr val="F2F7FF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5138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C4F9D"/>
                </a:solidFill>
                <a:latin typeface="Noto Sans CJK KR"/>
              </a:rPr>
              <a:t>Rule: fusion must reduce traffic without violating SRAM, layout, or numeric contracts.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Fusion의 세 수준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5/35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Op fusion: IR에서 semantic op를 결합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Kernel fusion: 하나의 NPU kernel로 lowering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Command fusion: command buffer에서 DMA/compute/barrier를 결합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각 수준마다 verifier와 test가 달라야 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Fusion Pipeline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6/35</a:t>
            </a:r>
          </a:p>
        </p:txBody>
      </p:sp>
      <p:pic>
        <p:nvPicPr>
          <p:cNvPr id="5" name="Picture 4" descr="MLIR_NPU_Lecture_17_Fusion_Layou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143000"/>
            <a:ext cx="9784080" cy="55035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Transformer MLP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7/35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Classic: X -&gt; GEMM1 -&gt; Bias -&gt; GELU -&gt; GEMM2 -&gt; Bias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Gated: gate/up projection -&gt; SiLU -&gt; Mul -&gt; output projection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MLP intermediate는 H보다 4x 이상 커서 traffic 영향이 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MLP Fusion Candidates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8/35</a:t>
            </a:r>
          </a:p>
        </p:txBody>
      </p:sp>
      <p:pic>
        <p:nvPicPr>
          <p:cNvPr id="5" name="Picture 4" descr="MLIR_NPU_Lecture_17_Transformer_MLP_Fusion_Candi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143000"/>
            <a:ext cx="9784080" cy="55035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Legality != Profitability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9/35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Legal: shape/dtype/layout/quant 조건을 만족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Profitable: saved traffic and cycles &gt; extra live range/repack cost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NPU compiler는 두 조건을 분리해 debug해야 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49240"/>
            <a:ext cx="10515600" cy="685800"/>
          </a:xfrm>
          <a:prstGeom prst="roundRect">
            <a:avLst/>
          </a:prstGeom>
          <a:solidFill>
            <a:srgbClr val="F2F7FF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5138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C4F9D"/>
                </a:solidFill>
                <a:latin typeface="Noto Sans CJK KR"/>
              </a:rPr>
              <a:t>Keep legality and profitability as separate debug-visible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Fusion Legality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10/35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rank/static shape/dynamic dims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dtype and accumulator type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broadcast semantics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per-channel quant axis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0416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layout compatibility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727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617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single-use or profitable multi-use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Use-Def 기반 후보 탐지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11/35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Root op를 activation 또는 consumer matmul로 잡음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Producer chain을 거슬러 matmul/bias/elementwise 패턴 확인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multiple consumer는 cost model로만 허용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IR mutation 전에는 match-only로 실패 조건 수집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Layout Propagation 개념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12/35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Logical shape와 physical layout을 분리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Elementwise/view-like op는 layout-preserving인 경우가 많음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Consumer preferred layout을 producer로 역전파 가능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불가피한 boundary에서만 explicit materialization 삽입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대표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13/35</a:t>
            </a:r>
          </a:p>
        </p:txBody>
      </p:sp>
      <p:pic>
        <p:nvPicPr>
          <p:cNvPr id="5" name="Picture 4" descr="MLIR_NPU_Lecture_17_Layout_Propagation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143000"/>
            <a:ext cx="9784080" cy="55035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Layout Propagation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14/35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Propagate through elementwise, relu/gelu/silu approximation, scalar mul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Propagate through reshape if view-like and axis mapping known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Stop at unsupported reduction/gather/scatter/fallback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Insert npu_graph.layout_materialize with reason attr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Quantization Axis 문제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15/35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Per-channel scale axis가 layout 변경 후에도 정확해야 함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N dimension blocking은 channel axis를 유지하는지 검증 필요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INT8/INT4 pack layout은 scale layout도 함께 정의해야 함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Mismatch는 silent accuracy bug가 될 수 있음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49240"/>
            <a:ext cx="10515600" cy="685800"/>
          </a:xfrm>
          <a:prstGeom prst="roundRect">
            <a:avLst/>
          </a:prstGeom>
          <a:solidFill>
            <a:srgbClr val="F2F7FF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5138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C4F9D"/>
                </a:solidFill>
                <a:latin typeface="Noto Sans CJK KR"/>
              </a:rPr>
              <a:t>Quant axis mapping is part of layout propagation, not an afterthought.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Cost Model: Traffic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16/35</a:t>
            </a:r>
          </a:p>
        </p:txBody>
      </p:sp>
      <p:pic>
        <p:nvPicPr>
          <p:cNvPr id="5" name="Picture 4" descr="MLIR_NPU_Lecture_17_Memory_Traffic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143000"/>
            <a:ext cx="9784080" cy="55035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Cost Model: SRAM/ACCUM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17/35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Input/weight/output tile + accumulator + epilogue temp + double buffer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SwiGLU는 gate/up branch live range가 길어짐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ACCUM tile precision이 SRAM보다 더 제한적일 수 있음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Spill 발생 시 fusion benefit이 크게 감소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Cost Model: Cycles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18/35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compute cycles = MAC / effective TOPS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DMA cycles = bytes / effective bandwidth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bank conflict and tensor core occupancy 포함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critical path는 max(compute, DMA) + barrier overhead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Classic MLP Case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19/35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GEMM1 output: [tokens, 4H]로 큼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Bias+GELU는 ideal epilogue fusion 후보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GEMM2는 GELU output layout을 input layout으로 요구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Blocked activation을 GEMM2까지 유지할지 cost model로 결정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SwiGLU Case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20/35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Gate and up projections produce two large intermediates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SiLU(gate) * up는 tile-local fusion 후보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두 branch 동시 live range가 SRAM을 압박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branch streaming 또는 split materialization 정책 필요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Weight Prepack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21/35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Static weight는 compile/deploy time prepack 가능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Dynamic weight는 runtime cache와 invalidation 정책 필요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Prepack layout은 tensorization map과 DMA descriptor에 반영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Quant scale/zero-point도 packed axis에 맞춰 저장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49240"/>
            <a:ext cx="10515600" cy="685800"/>
          </a:xfrm>
          <a:prstGeom prst="roundRect">
            <a:avLst/>
          </a:prstGeom>
          <a:solidFill>
            <a:srgbClr val="F2F7FF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5138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C4F9D"/>
                </a:solidFill>
                <a:latin typeface="Noto Sans CJK KR"/>
              </a:rPr>
              <a:t>Weight prepack changes runtime ABI and model packaging.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Pass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22/35</a:t>
            </a:r>
          </a:p>
        </p:txBody>
      </p:sp>
      <p:pic>
        <p:nvPicPr>
          <p:cNvPr id="5" name="Picture 4" descr="MLIR_NPU_Lecture_17_Fusion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143000"/>
            <a:ext cx="9784080" cy="55035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IR Contract: fused op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23/35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epilogue attr: bias_gelu_tanh, bias_relu, requant_clamp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layout attrs: lhs/rhs/out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accumulator attr: fp32/int32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fusion_id/debug metadata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0416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materialization reason attrs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Transform Dialect와 연결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24/35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Transform IR로 tile/fuse/vectorize 순서를 명시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Fusion decision은 transform schedule parameter가 될 수 있음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Schedule YAML과 transform IR을 연결하면 autotuning에 유리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Payload IR과 schedule IR을 분리해 review 가능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Testing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25/35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Positive: fused op 생성과 attr 확인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Negative: unsupported shape/layout/quant에서는 no fusion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CHECK-NOT: unfused bias/activation 제거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materialization op count 제한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0416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numeric golden test로 approximation 검증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349240"/>
            <a:ext cx="10515600" cy="685800"/>
          </a:xfrm>
          <a:prstGeom prst="roundRect">
            <a:avLst/>
          </a:prstGeom>
          <a:solidFill>
            <a:srgbClr val="F2F7FF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5138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C4F9D"/>
                </a:solidFill>
                <a:latin typeface="Noto Sans CJK KR"/>
              </a:rPr>
              <a:t>Tests should catch both over-fusion and missed materialization.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Debug Recipe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26/35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1. print candidate groups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2. print legality failure reason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3. print layout propagation trace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4. print cost model table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0416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5. compare profiler counters with expected bytes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Common Failure #1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27/35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Pattern은 맞지만 broadcast axis가 다름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Bias shape [M,N] vs [N] 차이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잘못 fuse하면 semantic bug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Verifier에서 broadcast contract를 검사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Common Failure #2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28/35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Layout propagation 후 per-channel quant axis mismatch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Scale tensor layout 업데이트 누락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INT8/INT4 requant에서 accuracy regression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Axis mapping metadata를 mandatory로 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Common Failure #3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29/35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Fusion으로 live range가 증가해 SRAM spill 발생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Traffic saving보다 spill/repack이 더 큼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Cost model 없이 greedy fusion 금지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Negative performance test 필요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실습 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30/35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01_transformer_mlp_before.mlir을 읽고 fusion candidate를 표시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root op, producer chain, consumer chain 작성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multiple-use 여부 표시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실습 B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31/35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Layout propagation graph 작성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blocked layout을 어디까지 유지할지 결정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materialization point와 reason attr 정의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실습 C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32/35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07_memory_traffic_calculator.py 실행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unfused vs fused writes 비교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SRAM budget을 바꿔 fallback decision 작성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실습 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33/35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npu_graph.matmul_epilogue pseudo IR 작성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epilogue/layout/accumulator/fusion_id attr 포함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FileCheck positive/negative test 작성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34/35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Fusion is a contract, not just a rewrite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Layout propagation removes hidden copy/repack overhead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Transformer MLP is the best practice case for NPU fusion analysis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Cost model must include bytes, cycles, SRAM, layout, quantization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49240"/>
            <a:ext cx="10515600" cy="685800"/>
          </a:xfrm>
          <a:prstGeom prst="roundRect">
            <a:avLst/>
          </a:prstGeom>
          <a:solidFill>
            <a:srgbClr val="F2F7FF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5138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C4F9D"/>
                </a:solidFill>
                <a:latin typeface="Noto Sans CJK KR"/>
              </a:rPr>
              <a:t>Final output: fused pseudo IR + layout propagation graph + cost table.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4F9D"/>
                </a:solidFill>
                <a:latin typeface="Noto Sans CJK KR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292840" cy="27432"/>
          </a:xfrm>
          <a:prstGeom prst="rect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355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35/35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MLIR Linalg Dialect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MLIR Transform Dialect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MLIR Data Layout Modeling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MLIR MemRef Dialect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041648"/>
            <a:ext cx="109728" cy="109728"/>
          </a:xfrm>
          <a:prstGeom prst="ellipse">
            <a:avLst/>
          </a:prstGeom>
          <a:solidFill>
            <a:srgbClr val="1C4F9D"/>
          </a:solidFill>
          <a:ln>
            <a:solidFill>
              <a:srgbClr val="1C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CJK KR"/>
              </a:rPr>
              <a:t>MLIR Transform Tutorial Chapter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