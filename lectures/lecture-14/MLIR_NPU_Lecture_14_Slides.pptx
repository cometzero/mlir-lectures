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Lecture 14 - Vector Dialect and Tensorization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50" b="0">
                <a:solidFill>
                  <a:srgbClr val="505F6E"/>
                </a:solidFill>
                <a:latin typeface="Noto Sans CJK KR"/>
              </a:rPr>
              <a:t>AI / NPU Compiler Course | vector.contract -&gt; native NPU matmul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14_Vect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50" b="0">
                <a:solidFill>
                  <a:srgbClr val="505F6E"/>
                </a:solidFill>
                <a:latin typeface="Noto Sans CJK KR"/>
              </a:rPr>
              <a:t>12-13강의 memory/buffer contract 이후, compute tile contract를 정의합니다.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14_Vect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Dialect를 tensor/linalg와 NPU kernel dialect 사이의 tile compute IR로 이해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vector.transfer_read/write의 slice, permutation, mask, padding 의미 해석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vector.contract의 indexing_maps와 iterator_types를 MatMul M/N/K로 mapping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native NPU tile shape에 맞는 tensorization legality checklist 작성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positive/negative FileCheck regression test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왜 NPU Compiler에서 중요한가?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Linalg는 algorithmic structure를 보존하지만 hardware tile instruction은 직접 표현하지 않음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Dialect는 n-D tile shape와 contraction semantics를 IR에 명시적으로 남김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 tensorization은 vector.contract를 target-specific matmul/tensor op로 바꾸는 핵심 단계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잘못 tensorize하면 layout, edge tile, accumulator correctness bug가 발생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Tensor / Vector / MemRef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611880" cy="480060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/>
            <a:r>
              <a:rPr sz="1700" b="1">
                <a:solidFill>
                  <a:srgbClr val="192D4B"/>
                </a:solidFill>
                <a:latin typeface="Noto Sans CJK KR"/>
              </a:rPr>
              <a:t>Tensor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value semantic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fusion/tiling에 유리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physical memory 결정 전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예: tensor&lt;MxNxf32&gt;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34440"/>
            <a:ext cx="3611880" cy="480060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/>
            <a:r>
              <a:rPr sz="1700" b="1">
                <a:solidFill>
                  <a:srgbClr val="192D4B"/>
                </a:solidFill>
                <a:latin typeface="Noto Sans CJK KR"/>
              </a:rPr>
              <a:t>Vector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SSA vector value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tile compute semantics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contract/transfer/mask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예: vector&lt;16x32xi8&gt;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611880" cy="480060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/>
            <a:r>
              <a:rPr sz="1700" b="1">
                <a:solidFill>
                  <a:srgbClr val="192D4B"/>
                </a:solidFill>
                <a:latin typeface="Noto Sans CJK KR"/>
              </a:rPr>
              <a:t>MemRef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storage contract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layout/memory space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DMA와 runtime ABI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예: memref&lt;..., #sram&gt;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Vector Type 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vector&lt;16x32xi8&gt;: rank-2 vector, shape [16, 32], element type i8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shape만으로 M/K 의미가 결정되지는 않음: vector.contract maps와 함께 해석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higher-dimensional vector는 hardware native size로 unroll/tensorize될 수 있는 virtual tile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 target description은 legal vector shapes를 compiler에 제공해야 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Core Vector Ops for NPU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vector.transfer_read: memref/tensor slice를 SSA vector tile로 읽음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vector.transfer_write: SSA vector tile을 memref/tensor slice로 기록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vector.contract: matmul/dot/convolution-like contraction 표현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vector.transpose / shape_cast: layout repair 또는 cost source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vector.mask / create_mask: edge tile predication 표현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vector.multi_reduction: LayerNorm, reduction kernel 후보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transfer_read/write: tile movement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4_Transfer_Tile_M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transfer_read Audit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base memref/tensor: DRAM/SRAM/ACCUM memory space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indices: tile origin과 loop IV mapping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type: native tile shape와 일치하는지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permutation_map: layout transpose/repack 필요 여부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padding/mask/in_bounds: edge tile correctness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vector.contract: MatMul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4_Vector_Contract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MatMul Contract MLIR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97280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45720" tIns="91440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#matmul_trait = {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indexing_maps = [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affine_map&lt;(m, n, k) -&gt; (m, k)&gt;,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affine_map&lt;(m, n, k) -&gt; (k, n)&gt;,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affine_map&lt;(m, n, k) -&gt; (m, n)&gt;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],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iterator_types = ["parallel", "parallel", "reduction"]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%c = vector.contract #matmul_trait %a, %b, %acc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: vector&lt;16x32xi8&gt;, vector&lt;32x16xi8&gt; into vector&lt;16x16xi32&gt;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Indexing Maps 읽는 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iterator domain: (m, n, k)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lhs map (m,k): A tile은 MxK layout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rhs map (k,n): B tile은 KxN layout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acc map (m,n): output tile은 MxN layout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iterator_types에서 k만 reduction이면 MatMul contraction 후보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Accumulator와 Mixed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INT8 x INT8는 보통 INT32 accumulator가 필요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BF16/FP16은 target policy에 따라 F32 또는 FP32-like accumulator 사용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result type과 accumulator type이 항상 같은지 target ABI에서 명시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requant, clamp, activation은 epilogue fusion contract로 분리 가능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fastmath / combining kind는 floating-point correctness와 연결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Vectorization vs Tensorization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Vectorization: Linalg/Tensor op를 vector.transfer + vector.contract로 표현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Tensorization: vector.contract를 hardware native tensor op로 치환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lowering: vector op를 lower-rank vector, SCF, LLVM, target SIMD로 낮춤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NPU에서는 tensorization이 성능 critical path이며 fallback path와 분리해야 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Native NPU Tile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4_NPU_Tensorization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Tensorization Legality: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lhs shape must encode MxK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rhs shape must encode KxN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acc/result shape must encode MxN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K granularity must match dot-product datapath width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unsupported larger K can be split/unrolled into multiple native 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Tensorization Legality: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A(m,k), B(k,n), C(m,n)가 native datapath와 맞는지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B(n,k)처럼 transposed input이면 transpose/repack 또는 alternative op 필요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permutation_map과 vector.transpose는 “무료”가 아님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layout propagation 단계에서 tensorization-friendly layout을 미리 유도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Tensorization Legality: Mask / Remainder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full tile only NPU: edge tile은 loop peeling 또는 padded copy로 처리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predicated NPU: vector.mask/create_mask를 hardware predicate로 lowering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padding value가 arithmetic identity인지 확인: matmul input pad는 0이어야 함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mask 처리 정책은 correctness test와 performance model에 모두 반영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Tensorization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4_Tensorization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Case Study: INT8 GEMM Tile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Target: M16N16K32, lhs/rhs=i8, acc=i32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A: vector&lt;16x32xi8&gt;, B: vector&lt;32x16xi8&gt;, Acc: vector&lt;16x16xi32&gt;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 op attrs: m=16, n=16, k=32, lhs_layout=mk, rhs_layout=kn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Post-op: optional requant to i8/u8 and activation clamp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Case Study: BF16 MatMul Tile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Target example: M16N16K16, lhs/rhs=bf16, acc=f32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More bandwidth than INT8 but lower quantization complexity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accumulator footprint can dominate SRAM/ACCUM register pressure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fastmath flags and reproducibility requirements must be explicit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From Linalg to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45720" tIns="91440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// Conceptual flow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linalg.matmul ins(%A, %B : tensor&lt;?x?xi8&gt;, tensor&lt;?x?xi8&gt;)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            outs(%C : tensor&lt;?x?xi32&gt;)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// tile to vector size + vectorize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%a = vector.transfer_read %A[%m, %k], %c0 : tensor&lt;?x?xi8&gt;, vector&lt;16x32xi8&gt;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%b = vector.transfer_read %B[%k, %n], %c0 : tensor&lt;?x?xi8&gt;, vector&lt;32x16xi8&gt;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%out = vector.contract #matmul_trait %a, %b, %acc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: vector&lt;16x32xi8&gt;, vector&lt;32x16xi8&gt; into vector&lt;16x16xi32&gt;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From Vector to npu_kernel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45720" tIns="91440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// Before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%out = vector.contract #matmul_trait %a, %b, %acc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: vector&lt;16x32xi8&gt;, vector&lt;32x16xi8&gt; into vector&lt;16x16xi32&gt;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/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// After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%out2 = npu_kernel.matmul %a, %b, %acc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{m = 16 : i64, n = 16 : i64, k = 32 : i64,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 lhs_layout = "mk", rhs_layout = "kn", acc_type = "i32"}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: vector&lt;16x32xi8&gt;, vector&lt;32x16xi8&gt;, vector&lt;16x16xi32&gt;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DejaVu Sans Mono"/>
              </a:rPr>
              <a:t>    -&gt; vector&lt;16x16xi32&gt;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Pass Pipeline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canonicalize/cse로 vector IR를 단순화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linalg-vectorize 이후 vector.contract를 분석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npu-vector-contract-tensorize에서 native op로 rewrite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npu-vector-transfer-legalize에서 transfer를 DMA/SRAM path로 정리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npu-kernel-schedule에서 barrier, double-buffering, command ordering 결정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Pipeline String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45720" tIns="91440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mlir-opt input.mlir   --pass-pipeline='builtin.module(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func.func(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canonicalize,cse,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linalg-tile-to-vector-size,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linalg-vectorize,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canonicalize,cse,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npu-vector-contract-tensorize,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npu-vector-transfer-legalize,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  npu-kernel-schedule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    ))'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Testing with FileCheck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Positive: supported vector.contract가 npu_kernel.matmul로 바뀌는지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Negative: unsupported shape/dtype/mask에서는 tensorization 금지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CHECK-SAME으로 m/n/k/layout/acc_type attr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CHECK-NOT으로 vector.contract 잔존 여부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diagnostic test로 rejection reason이 유지되는지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FileCheck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45720" tIns="91440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RUN: mlir-opt %s --npu-vector-contract-tensorize | FileCheck %s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CHECK-LABEL: func.func @m16n16k32_i8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CHECK: npu_kernel.matmul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CHECK-SAME: m = 16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CHECK-SAME: n = 16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CHECK-SAME: k = 32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CHECK-NOT: vector.contract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/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CHECK-LABEL: func.func @unsupported_k48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CHECK-NOT: npu_kernel.matmul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DejaVu Sans Mono"/>
              </a:rPr>
              <a:t>// CHECK: vector.contract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Debug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Print IR before/after vectorization and tensorization passes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Log rejection reason through notifyMatchFailure or diagnostic attr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Count tensorized ops with pass statistics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Dump vector shapes and indexing maps in debug mode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Correlate tensorized op count with runtime perf counter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Performance Traps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Unsupported edge mask가 silent fallback으로 이어지는 경우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layout transpose/repack 비용이 matmul 이득보다 큰 경우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K split이 accumulator spill을 유발하는 경우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transfer_read permutation이 banking conflict를 만드는 경우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requant/activation epilogue가 별도 kernel로 분리되어 bandwidth가 증가하는 경우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HW Architect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native tile shape는 datapath width, SRAM banking, accumulator file size와 함께 결정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compiler-visible ISA contract에는 dtype, layout, mask, saturation/rounding을 명시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M/N/K tile 한 가지로 모든 model을 커버하기 어렵기 때문에 multiple tile shapes 필요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vector.contract mapping이 잘 되도록 weight layout과 offline packing format을 설계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Exercise A - transfer_read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base memref와 memory space 표시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indices가 tile origin과 어떻게 연결되는지 표시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shape를 M/K 또는 K/N으로 해석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permutation_map과 in_bounds/mask/padding을 audit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Exercise B - Contract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indexing_maps에서 M/N/K dimension 찾기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iterator_types에서 reduction dimension 확인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lhs/rhs/acc/result type을 target tile spec과 비교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 matmul attr m/n/k/layout/acc_type 작성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Exercise C - Legality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FFF5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M16N16K32 INT8 target을 기준으로 tensorization 가능 여부 판단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K48, transposed RHS, BF16, masked edge tile 사례를 각각 분류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repair 가능하면 split/transpose/repack/pad/predication 중 하나 선택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repair 불가능하면 negative diagnostic 문구 작성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Homework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BF16 vector.contract 예제를 작성하고 F32 accumulator policy를 명시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M32N8K64 native tile target description YAML 작성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edge tile M=13,N=16,K=32 처리 정책 선택 및 trade-off 설명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npu-vector-contract-tensorize pass negative tests 3개 작성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6F8E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 Dialect는 NPU tile compute를 표현하기 좋은 target-neutral IR입니다.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vector.contract는 tensorization의 중심이지만, shape/dtype/layout/mask legality 없이는 위험합니다.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transfer_read/write는 tile movement와 boundary semantics를 담으므로 DMA lowering 전에 audit해야 합니다.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좋은 NPU compiler는 tensorization success/failure를 테스트와 diagnostic으로 명확히 남깁니다.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11112"/>
            <a:ext cx="12191695" cy="73152"/>
          </a:xfrm>
          <a:prstGeom prst="rect">
            <a:avLst/>
          </a:prstGeom>
          <a:solidFill>
            <a:srgbClr val="2669AA"/>
          </a:solidFill>
          <a:ln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937760"/>
          </a:xfrm>
          <a:prstGeom prst="roundRect">
            <a:avLst/>
          </a:prstGeom>
          <a:solidFill>
            <a:srgbClr val="E1F0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73152"/>
          <a:lstStyle/>
          <a:p>
            <a:pPr algn="ctr"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MLIR Vector Dialect official documentation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MLIR Passes: convert-vector-to-LLVM, convert-vector-to-SCF, target-specific lowering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MLIR Linalg Dialect and vectorization lowering path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505050"/>
                </a:solidFill>
                <a:latin typeface="Noto Sans CJK KR"/>
              </a:rPr>
              <a:t>• MLIR Transform Dialect for fine-grained transformation 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