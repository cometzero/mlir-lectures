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Lecture 18 - Custom NPU Dialect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Topic: npu.matmul / npu.dma / npu.barrier ODS design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Goal: turn hardware contracts into verifiable MLIR ops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Output: ODS skeleton, verifier checklist, FileCheck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Noto Sans CJK KR"/>
              </a:defRPr>
            </a:pPr>
            <a:r>
              <a:t>1-17강: IR, dialect, pass, bufferization, vector, transform, quant, fusion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18강: target-specific NPU dialect bring-up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19강: runtime/ABI/codegen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Explain why custom NPU dialect is needed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Define op contracts with ODS/TableGen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Design npu.matmul, npu.dma, npu.barrier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Plan verifier and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Why Custom Dialect?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Generic IR cannot encode every target hazard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NPU kernels need tile shape, memory space, DMA order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Dialect provides namespace + target contract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Bad dialect design causes brittle lowering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Boundary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npu_graph: semantic fusion/layout/quant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npu_kernel: tile/DMA/barrier/accumulator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npu_rt: command buffer and descriptor ABI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Do not mix packet binary details too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NPU dialect layer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8_Custom_Dialect_Lay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0972800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ODS = Single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Operation name and namespace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Operands/results/attributes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Traits/interfaces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Assembly format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Verifier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ODS Anatomy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8_ODS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0972800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Minimal File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include/NPU/IR/NPUOps.td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include/NPU/IR/NPUTypes.td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lib/NPU/IR/NPUDialect.cpp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lib/NPU/IR/NPUOps.cpp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test/NPU/IR/*.mlir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npu.matmul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5303520"/>
          </a:xfrm>
          <a:prstGeom prst="roundRect">
            <a:avLst/>
          </a:prstGeom>
          <a:solidFill>
            <a:srgbClr val="222B3E"/>
          </a:solidFill>
          <a:ln>
            <a:solidFill>
              <a:srgbClr val="22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def NPU_MatmulOp : NPU_Op&lt;"matmul", [MemoryEffectsOpInterface]&gt; {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arguments = (ins NPU_TileBuffer:$lhs,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NPU_TileBuffer:$rhs,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NPU_AccBuffer:$acc,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NPU_TileShapeAttr:$tile,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NPU_LayoutAttr:$lhs_layout,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NPU_LayoutAttr:$rhs_layout);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results = (outs NPU_AccBuffer:$result);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hasVerifier = 1;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npu.matmul Must Verify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M/N/K supported by target engine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element type pair is legal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lhs/rhs layout matches dataflow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accumulator width and epilogue policy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npu.dma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5303520"/>
          </a:xfrm>
          <a:prstGeom prst="roundRect">
            <a:avLst/>
          </a:prstGeom>
          <a:solidFill>
            <a:srgbClr val="222B3E"/>
          </a:solidFill>
          <a:ln>
            <a:solidFill>
              <a:srgbClr val="22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def NPU_DmaOp : NPU_Op&lt;"dma", [MemoryEffectsOpInterface]&gt; {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arguments = (ins AnyType:$source, AnyType:$dest,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NPU_DmaDirectionAttr:$direction,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I64Attr:$elements,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OptionalAttr&lt;I64Attr&gt;:$stride);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results = (outs NPU_Token:$token);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hasVerifier = 1;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npu.dma Design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Token model: easy dependency analysis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Tag-buffer model: close to memref.dma_start/wait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Token can lower to hardware tag later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Be explicit: bytes vs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npu.barrier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5303520"/>
          </a:xfrm>
          <a:prstGeom prst="roundRect">
            <a:avLst/>
          </a:prstGeom>
          <a:solidFill>
            <a:srgbClr val="222B3E"/>
          </a:solidFill>
          <a:ln>
            <a:solidFill>
              <a:srgbClr val="22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def NPU_BarrierOp : NPU_Op&lt;"barrier", [MemoryEffectsOpInterface]&gt; {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arguments = (ins Variadic&lt;NPU_Token&gt;:$tokens,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                     NPU_BarrierScopeAttr:$scope);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results = (outs);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assemblyFormat = "$tokens attr-dict `:` type($tokens)";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  let hasVerifier = 1;</a:t>
            </a:r>
          </a:p>
          <a:p>
            <a:pPr>
              <a:defRPr sz="1300">
                <a:solidFill>
                  <a:srgbClr val="EBF4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Operation Contracts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8_NPU_Op_Contr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0972800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Types and Attributes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!npu.tile_buffer, !npu.acc_buffer, !npu.token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#npu.tile&lt;m,n,k&gt;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#npu.layout&lt;mk|kn|blocked&gt;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#npu.mem_space&lt;dram|sram|accum&gt;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Attribute vs Operand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Attribute: static hardware fact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Operand: dynamic/data-dependent value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Type: storage/value contract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Wrong classification hurts canonicalization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Traits and Interfaces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MemoryEffectsOpInterface for command effects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InferTypeOpInterface when result type is derivable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Custom interfaces for target capability queries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Traits for structural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Assembly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Readable IR improves debugging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Generic form helps diagnose parser bugs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Expose important contract fields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Avoid opaque attr-dict-only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Verifier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Reject illegal IR, not slow IR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Check shape/type/layout first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Check target capability last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Emit diagnostics with failed HW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Verifier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8_Verifier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0972800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Canonicalization Hooks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Remove redundant barriers only with dependency proof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Fold repeated static attrs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Canonicalize layout aliases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Do not reorder commands blindly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Testing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Parser/printer round-trip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Generic form test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Negative verifier diagnostics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Lowering pass tests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Command hazard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Lowering into NPU Dialect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vector.contract -&gt; npu.matmul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memref/subview/copy -&gt; npu.dma when crossing memory spaces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dependency analysis -&gt; npu.barrier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npu commands -&gt; runtime packet in lecture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Case Study: MatMul Tile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M=16, N=16, K=32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lhs: SRAM tile layout mk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rhs: SRAM tile layout kn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acc: ACCUM tile i32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DMA + Barrier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8_DMA_Barri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0972800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CMake and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add_mlir_dialect(NPUOps npu)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mlir_tablegen for op declarations/definitions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Dialect library depends on IncGen target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Tool registers the dialect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Common Mistake #1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Putting profitability in verifier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Verifier should reject illegal IR only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Cost model should choose schedules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Fallback should remain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Common Mistake #2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Encoding packet binary too early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Use semantic command fields first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Lower packet format at runtime boundary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Keeps transformations readable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Common Mistake #3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Implicit DMA/compute ordering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Use token/barrier contract explicitly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Avoid depending on operation order only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Test hazards in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Exercise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Classify fields for npu.matmul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Mark verifier fields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Mark cost model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Exercise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Write ODS skeleton for npu.dma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Choose token vs tag-buffer model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Add memory effect interface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Exercise 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Write positive parser/printer test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Write negative unsupported tile test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Write negative empty barrier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Custom dialect is a target contract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ODS is the source of truth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Verifier turns HW limits into compiler diagnostics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npu.matmul/dma/barrier prepare runtime codegen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46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7432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MLIR Defining Dialects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MLIR ODS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MLIR Creating a Dialect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MLIR MemRef Dialect</a:t>
            </a:r>
          </a:p>
          <a:p>
            <a:pPr>
              <a:spcAft>
                <a:spcPts val="1000"/>
              </a:spcAft>
              <a:defRPr sz="2300">
                <a:solidFill>
                  <a:srgbClr val="232D41"/>
                </a:solidFill>
                <a:latin typeface="Noto Sans CJK KR"/>
              </a:defRPr>
            </a:pPr>
            <a:r>
              <a:t>MLIR Testing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8291"/>
                </a:solidFill>
              </a:rPr>
              <a:t>MLIR NPU Compiler - L18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