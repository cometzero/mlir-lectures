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5CAA"/>
                </a:solidFill>
                <a:latin typeface="Noto Sans CJK KR"/>
              </a:defRPr>
            </a:pPr>
            <a:r>
              <a:t>Lecture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latin typeface="Noto Sans CJK KR"/>
              </a:defRPr>
            </a:pPr>
            <a:r>
              <a:t>MemRef, Layout, Memory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80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46E"/>
                </a:solidFill>
                <a:latin typeface="Noto Sans CJK KR"/>
              </a:defRPr>
            </a:pPr>
            <a:r>
              <a:t>DRAM/SRAM/Accumulator mapping for NPU Compiler</a:t>
            </a:r>
          </a:p>
        </p:txBody>
      </p:sp>
      <p:pic>
        <p:nvPicPr>
          <p:cNvPr id="6" name="Picture 5" descr="MLIR_NPU_Lecture_13_NPU_Memory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10332720" cy="58121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오늘의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12강: tensor -&gt; memref bufferization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13강: memref layout and memory-space contract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14강: vector dialect and tensorization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 compiler에서는 13강이 memory architecture boundary다.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MemRef type을 shape/type/layout/memory-space로 분해한다.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strided layout과 affine map을 NPU address generation으로 해석한다.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DRAM/SRAM/ACCUM memory space를 target ABI contract로 설계한다.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MatMul tile buffer의 placement, footprint, descriptor를 작성한다.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layout/memory-space verifier와 FileCheck test를 설계한다.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왜 중요한가?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 성능은 data movement에 먼저 막힌다.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layout은 DMA burst, vector load, bank conflict를 결정한다.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memory space는 allocation pool, lifetime, command buffer ABI를 결정한다.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잘못된 memref lowering은 extra copy 또는 scalarized access로 이어진다.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Tensor vs MemRef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Tensor: immutable value semantics, high-level transform에 적합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MemRef: storage semantics, allocation/view/lifetime 명시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Bufferization 이후에는 placement decision이 visible해야 함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 backend는 memref type을 kernel ABI로 읽는다.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MemRef Type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6</a:t>
            </a:r>
          </a:p>
        </p:txBody>
      </p:sp>
      <p:pic>
        <p:nvPicPr>
          <p:cNvPr id="4" name="Picture 3" descr="MLIR_NPU_Lecture_13_MemRef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MemRef Type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>
                <a:solidFill>
                  <a:srgbClr val="192330"/>
                </a:solidFill>
                <a:latin typeface="NanumGothicCoding"/>
              </a:defRPr>
            </a:pPr>
            <a:r>
              <a:t>memref&lt;64x128xf16&gt;</a:t>
            </a:r>
            <a:br/>
            <a:r>
              <a:t>memref&lt;64x128xf16, strided&lt;[160, 1], offset: 0&gt;&gt;</a:t>
            </a:r>
            <a:br/>
            <a:r>
              <a:t>memref&lt;?x?xf16, strided&lt;[?, ?], offset: ?&gt;&gt;</a:t>
            </a:r>
            <a:br/>
            <a:r>
              <a:t>memref&lt;64x128xf16, strided&lt;[160,1], offset:0&gt;, 1&gt;</a:t>
            </a:r>
            <a:br/>
            <a:r>
              <a:t>memref&lt;64x128xf16, strided&lt;[160,1], offset:0&gt;, #npu.mem&lt;"sram", bank=0&gt;&gt;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MemRef는 pointer가 아니다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base pointer 외에도 offset, sizes, strides가 필요하다.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dynamic shape/stride는 runtime descriptor field로 남는다.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layout이 identity가 아니면 plain C pointer ABI로 충분하지 않다.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 descriptor 설계는 memref lowering의 일부다.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Layout이 의미하는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logical index -&gt; physical storage metadata mapping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strided form: offset + strides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affine map: tiled/padded/swizzled layout 표현 가능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 address generator와 DMA descriptor의 입력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Layout Map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10</a:t>
            </a:r>
          </a:p>
        </p:txBody>
      </p:sp>
      <p:pic>
        <p:nvPicPr>
          <p:cNvPr id="4" name="Picture 3" descr="MLIR_NPU_Lecture_13_Layou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Strided Address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>
                <a:solidFill>
                  <a:srgbClr val="192330"/>
                </a:solidFill>
                <a:latin typeface="NanumGothicCoding"/>
              </a:defRPr>
            </a:pPr>
            <a:r>
              <a:t>linear_index = offset + sum_i(index_i * stride_i)</a:t>
            </a:r>
            <a:br/>
            <a:r>
              <a:t>byte_address = base + linear_index * sizeof(element)</a:t>
            </a:r>
            <a:br/>
            <a:br/>
            <a:r>
              <a:t>Example:</a:t>
            </a:r>
            <a:br/>
            <a:r>
              <a:t>memref&lt;64x128xf16, strided&lt;[160, 1], offset: 0&gt;, 1&gt;</a:t>
            </a:r>
            <a:br/>
            <a:r>
              <a:t>addr(i,j) = base + (i*160 + j) *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Subview = tile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memref.subview는 reduced-size view를 만든다.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offsets/sizes/strides를 바꾸지만 data copy를 의미하지 않는다.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tile view를 먼저 만든 뒤 DMA lowering이 copy command를 만든다.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edge tile은 dynamic sizes로 표현될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Metadata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memref.transpose: strided metadata permutation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extract_strided_metadata: base/offset/sizes/strides 추출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reinterpret_cast: descriptor 재구성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runtime descriptor lowering에서 유용한 bridge 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Memory Space 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MLIR memref memory space는 target-specific attribute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단순 숫자가 아니라 allocation/placement/ABI contract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DRAM/SRAM/ACCUM/CONST semantics를 verifier가 알아야 함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custom attribute가 bank, align, scope 표현에 유리함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NPU Memory Space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15</a:t>
            </a:r>
          </a:p>
        </p:txBody>
      </p:sp>
      <p:pic>
        <p:nvPicPr>
          <p:cNvPr id="4" name="Picture 3" descr="MLIR_NPU_Lecture_13_NPU_Memory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Memory Space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>
                <a:solidFill>
                  <a:srgbClr val="192330"/>
                </a:solidFill>
                <a:latin typeface="NanumGothicCoding"/>
              </a:defRPr>
            </a:pPr>
            <a:r>
              <a:t>// Course convention: 0=DRAM, 1=SRAM, 2=ACCUM</a:t>
            </a:r>
            <a:br/>
            <a:r>
              <a:t>memref&lt;1024x1024xf16, 0&gt;     // DRAM tensor</a:t>
            </a:r>
            <a:br/>
            <a:r>
              <a:t>memref&lt;64x128xf16, 1&gt;        // SRAM tile</a:t>
            </a:r>
            <a:br/>
            <a:r>
              <a:t>memref&lt;64x64xi32, 2&gt;         // ACCUM tile</a:t>
            </a:r>
            <a:br/>
            <a:br/>
            <a:r>
              <a:t>// Real backend style</a:t>
            </a:r>
            <a:br/>
            <a:r>
              <a:t>memref&lt;64x128xf16, strided&lt;[160,1], offset:0&gt;,</a:t>
            </a:r>
            <a:br/>
            <a:r>
              <a:t>       #npu.mem&lt;"sram", bank=0, align=64, scope="tile"&gt;&gt;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DRAM Space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host/runtime-visible tensor storage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DMA source/sink for activations and weights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alignment and address range must be legal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large tensors generally stay here until tiled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SRAM Space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scratchpad tile buffer with explicit lifetime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bank assignment and double buffering are compiler decisions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layout padding may trade footprint for bandwidth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illegal escape to function boundary should be diagnosed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ACCUM Space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matmul/reduction accumulator resource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usually wider dtype: i32/f32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may not be byte-addressable or host-visible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epilogue/requant must consume before store staging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Memory Space Cast vs DMA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memory_space_cast can alias same underlying memory with a different memref type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DMA copy moves data between spaces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Do not use cast as a substitute for DMA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bubble-down-memory-space-casts can simplify generic/default casts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MatMul Tile Mapping Pseudo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>
                <a:solidFill>
                  <a:srgbClr val="192330"/>
                </a:solidFill>
                <a:latin typeface="NanumGothicCoding"/>
              </a:defRPr>
            </a:pPr>
            <a:r>
              <a:t>%a_tile = memref.alloc() {alignment = 64} : memref&lt;64x128xf16, 1&gt;</a:t>
            </a:r>
            <a:br/>
            <a:r>
              <a:t>%b_tile = memref.alloc() {alignment = 64} : memref&lt;128x64xf16, 1&gt;</a:t>
            </a:r>
            <a:br/>
            <a:r>
              <a:t>%c_acc  = memref.alloc() {alignment = 64} : memref&lt;64x64xi32, 2&gt;</a:t>
            </a:r>
            <a:br/>
            <a:r>
              <a:t>%c_sram = memref.alloc() {alignment = 64} : memref&lt;64x64xi8, 1&gt;</a:t>
            </a:r>
            <a:br/>
            <a:br/>
            <a:r>
              <a:t>// npu.dma_load A -&gt; a_tile</a:t>
            </a:r>
            <a:br/>
            <a:r>
              <a:t>// npu.dma_load B -&gt; b_tile</a:t>
            </a:r>
            <a:br/>
            <a:r>
              <a:t>// npu.matmul a_tile, b_tile -&gt; c_acc</a:t>
            </a:r>
            <a:br/>
            <a:r>
              <a:t>// npu.requant c_acc -&gt; c_sram</a:t>
            </a:r>
            <a:br/>
            <a:r>
              <a:t>// npu.dma_store c_sram -&gt;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Footprint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A_tile = Mt * Kt * sizeof(A)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B_tile = Kt * Nt * sizeof(B)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C_acc = Mt * Nt * sizeof(accum)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SRAM_total = pingpong*(A+B) + C_stage + tags + padding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Tile Size Heuristics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SRAM fit is necessary but not sufficient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prefer Kt that maximizes data reuse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align rows to DMA burst and vector lane width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pad strides to reduce bank conflicts when needed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SRAM Banking and Padding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24</a:t>
            </a:r>
          </a:p>
        </p:txBody>
      </p:sp>
      <p:pic>
        <p:nvPicPr>
          <p:cNvPr id="4" name="Picture 3" descr="MLIR_NPU_Lecture_13_SRAM_B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Runtime Descriptor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rank, sizes, strides, dtype, memory_space are descriptor fields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static-only kernels may bake constants into command opcode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dynamic shape kernels need runtime descriptor metadata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layout_id is compact but less flexible than raw strides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Runtime Descriptor Lowering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26</a:t>
            </a:r>
          </a:p>
        </p:txBody>
      </p:sp>
      <p:pic>
        <p:nvPicPr>
          <p:cNvPr id="4" name="Picture 3" descr="MLIR_NPU_Lecture_13_Runtime_Descrip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Pass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Classify buffers by role: input/output/weight/tile/accum/tag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Analyze lifetime and capacity before rewriting types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Assign layout and bank together, not independently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Emit diagnostics for unsupported layout or illegal escape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Recommended Pass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one-shot-bufferize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npu-classify-buffers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npu-assign-memory-spaces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npu-propagate-layout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npu-insert-dma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npu-lower-runtime-descriptors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Verifier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shape/layout/type match kernel contract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SRAM allocations fit capacity and lifetime plan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ACCUM buffers do not escape illegally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DMA source/destination spaces and alignment are legal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dynamic offset/stride metadata is preserved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FileCheck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CHECK expected memory space on alloc/subview types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CHECK-NOT unexpected memref.copy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negative test for unsupported layout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test dynamic descriptor fields after lowering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test memory_space_cast cleanup when expected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Exercise A: MemRef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Annotate shape, dtype, layout, dynamic metadata, memory space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Write one verifier rule for each field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Exercise B: Subview Tile Descriptor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Create 64x128 tile view at M/K offset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Compute result offset, sizes, strides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Mark what becomes DMA descriptor field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Exercise C: MatMul Memory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Map A/B/C buffers to DRAM/SRAM/ACCUM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Calculate SRAM and ACCUM footprint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Choose bank and alignment policy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Write runtime descriptor draft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Treating memref as a raw pointer</a:t>
            </a:r>
          </a:p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Using memory_space_cast when DMA copy is required</a:t>
            </a:r>
          </a:p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Letting ACCUM buffers escape to host-visible ABI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Lowering layout too early into scalar address arithmetic</a:t>
            </a:r>
          </a:p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Ignoring dynamic strides in descriptor ABI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MemRef is the NPU storage contract after bufferization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Layout controls address generation and data movement efficiency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Memory space is target-specific and must be verified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DRAM/SRAM/ACCUM mapping is correctness + performance + ABI</a:t>
            </a:r>
          </a:p>
          <a:p>
            <a:pPr>
              <a:spcAft>
                <a:spcPts val="800"/>
              </a:spcAft>
              <a:defRPr sz="1600">
                <a:latin typeface="Noto Sans CJK KR"/>
              </a:defRPr>
            </a:pPr>
            <a:r>
              <a:t>Next: Vector Dialect and tensorization to NPU matmul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F5CAA"/>
                </a:solidFill>
                <a:latin typeface="Noto Sans CJK KR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D82"/>
                </a:solidFill>
                <a:latin typeface="Noto Sans CJK KR"/>
              </a:defRPr>
            </a:pPr>
            <a:r>
              <a:t>MLIR NPU Compiler | Lecture 13 |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MLIR MemRef Dialect</a:t>
            </a:r>
          </a:p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MLIR Data Layout Modeling</a:t>
            </a:r>
          </a:p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MLIR Passes and memory-space cast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MLIR Builtin Dialect - MemRef type</a:t>
            </a:r>
          </a:p>
          <a:p>
            <a:pPr>
              <a:spcAft>
                <a:spcPts val="800"/>
              </a:spcAft>
              <a:defRPr sz="1400">
                <a:latin typeface="Noto Sans CJK KR"/>
              </a:defRPr>
            </a:pPr>
            <a:r>
              <a:t>MLIR FAQ - MemRef is not only a pointer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